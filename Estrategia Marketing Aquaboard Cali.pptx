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754880"/>
            <a:ext cx="4572000" cy="21031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206240"/>
            <a:ext cx="347472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AUAFIT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Marketing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Aquaboard · Hotel Intercontinental Cali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5029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Actual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5943600" cy="3474720"/>
        </p:xfrm>
        <a:graphic>
          <a:graphicData uri="http://schemas.openxmlformats.org/drawingml/2006/table">
            <a:tbl>
              <a:tblPr/>
              <a:tblGrid>
                <a:gridCol w="292608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Inscritos actuales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miembros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Boards disponibles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por sesión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80% ocupación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7–8 personas/clase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Sesiones semanales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(LMV × 9AM y 5:30PM)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 barrera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awareness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188720"/>
            <a:ext cx="5212080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20840" y="12801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20–25 miembros activos que asistan 2.5 veces/semana ya se alcanza el 80% de ocupacion. El objetivo es compromiso, no volumen.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0" y="3566160"/>
            <a:ext cx="521208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3657600"/>
            <a:ext cx="49377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 boards x 80% = 7–8 personas por sesion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sesiones/semana x 7.5 = 45 asistencias necesarias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2.5 sesiones/miembro → 18–20 miembros activos
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realista: 25 miembros comprometidos
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 — Clases de Prueba Gratuitas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527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sabados consecutivos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10AM y 12PM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 max: 12 personas/sesion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1430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003366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2527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1618488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fitness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Instructoras yoga/pilates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Medicos y fisioterapeutas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673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133088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20% para quienes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inscriban ese mismo 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por tiempo limitado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6576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003366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673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FUNCIONA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4133088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clase convierte.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boca a boca post-experiencia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canal mas poderoso en Cali.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 — Alianzas Corporativas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Target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Zona: El Penon / Granada / Ciudad Jardin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Coomeva, Comfenalco, Sura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(bienestar laboral)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Clinicas y hospitales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(fisioterapia acuatica)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Centros de estetica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 recuperacion corporal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258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Wellness Team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cupos fijos LMV 9AM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6974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Precio especial con factura a la empresa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33832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Empleados sin costo de bolsillo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0690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Minima friccion de compra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5029200"/>
            <a:ext cx="521208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1206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2 empresas = 16 cupos → 9AM al 80%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 — Micro-Influencers Cali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1–3  ·  Costo: $0 en efectivo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Fisioterapeutas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Medicos deportivos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interesada en recuperacion y bienestar activo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003366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2984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Pilates / Yoga / Crossfit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664208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Instructoras con comunidad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local comprometida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587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Mamas Activas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y bienestar familiar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WhatsApp de alto alcance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74904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003366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8587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 Fitness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4224528"/>
            <a:ext cx="5303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Cali — audiencia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muy alta. Unico en su tipo.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630936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Propuesta: 1 mes de membresia gratis  →  3 Stories + 1 Reel  ·  Perfil: 5.000–50.000 seguidores, audiencia local Cali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 — Instagram &amp; TikTok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contenido orgánico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30000" cy="3840480"/>
        </p:xfrm>
        <a:graphic>
          <a:graphicData uri="http://schemas.openxmlformats.org/drawingml/2006/table">
            <a:tbl>
              <a:tblPr/>
              <a:tblGrid>
                <a:gridCol w="4114800"/>
                <a:gridCol w="2011680"/>
                <a:gridCol w="5303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 de clase en accion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"Asi se siente hacer pilates sobre el agua"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y despues (transformacion)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Postura, core, bienestar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 de 30 segundos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"El ejercicio mas dificil para mis alumnos"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Testimonio de miembro 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autentico, no texto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 the scenes del hotel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entorno premium es parte del 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257800"/>
            <a:ext cx="114300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532180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Publicar el contenido de la clase de 5:30PM ese mismo dia en la noche.  Hashtags: #FitnessCali  #CaliActiva  #AquaFitness  #BienestarCali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5 — Dos Horarios, Dos Audiencias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diferenciada por sesión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00" cy="50292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Mamas, trabajo remoto, mujeres 30–50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comunidades, Pilates studios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"Recarga tu manana antes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empiece el dia"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Cafeterias premium cerca del hotel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5486400" cy="5029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371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5:30 PM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9224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Ejecutivos, empleados, jovenes 25–38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Cali, edificios de oficinas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"Desconectate del trabajo.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Literalmente."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5394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financieras y tech Cali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6 — Convertir Miembros en Embajadores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retención y referidos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657600" cy="4754880"/>
          </a:xfrm>
          <a:prstGeom prst="rect">
            <a:avLst/>
          </a:prstGeom>
          <a:solidFill>
            <a:srgbClr val="F0F4F8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UN AMIGO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2918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 gratis por cada referido que se inscriba y pague.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extra para el negocio.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657600" cy="4754880"/>
          </a:xfrm>
          <a:prstGeom prst="rect">
            <a:avLst/>
          </a:prstGeom>
          <a:solidFill>
            <a:srgbClr val="003366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30 DIAS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0560" y="2103120"/>
            <a:ext cx="32918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860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en redes para los mas constantes.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 permiso del cliente)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280160"/>
            <a:ext cx="3657600" cy="4754880"/>
          </a:xfrm>
          <a:prstGeom prst="rect">
            <a:avLst/>
          </a:prstGeom>
          <a:solidFill>
            <a:srgbClr val="0066CC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4630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VIP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12480" y="2103120"/>
            <a:ext cx="329184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28600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exclusivo: noticias, motivacion, reserva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prioritaria + reconocimiento mensual al mas constante.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Implementacion — 8 Semanas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Gantt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11612880" cy="5303520"/>
        </p:xfrm>
        <a:graphic>
          <a:graphicData uri="http://schemas.openxmlformats.org/drawingml/2006/table">
            <a:tbl>
              <a:tblPr/>
              <a:tblGrid>
                <a:gridCol w="411480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  <a:gridCol w="9372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Contactar micro-influencers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Day #1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Day #2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 corporativas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"Trae un amigo"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 cierre corporativo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organico redes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Pauta digital Instagram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Analisis y optimizacion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Mes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estimada para implementacion completa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9418320" cy="3474720"/>
        </p:xfrm>
        <a:graphic>
          <a:graphicData uri="http://schemas.openxmlformats.org/drawingml/2006/table">
            <a:tbl>
              <a:tblPr/>
              <a:tblGrid>
                <a:gridCol w="5943600"/>
                <a:gridCol w="34747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Estimado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Days (logistica, material)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$300.000–500.000 COP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Micro-influencers (membresias)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en efectivo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Pauta digital Instagram Ads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$200.000–400.000 COP/semana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impreso (flyers edificios)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$150.000 COP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MES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~$1.000.000–1.500.000 COP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371600" y="5029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micro-influencers es 0 en efectivo — se cubren con membresias que solo tienen costo si no se convierten en clientes pagos.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de Exito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para seguimiento mensual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4114800"/>
          </a:xfrm>
          <a:prstGeom prst="roundRect">
            <a:avLst>
              <a:gd name="adj" fmla="val 545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Mes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4630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2011680" cy="4114800"/>
          </a:xfrm>
          <a:prstGeom prst="roundRect">
            <a:avLst>
              <a:gd name="adj" fmla="val 5455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Mes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2606040"/>
            <a:ext cx="14630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8892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011680" cy="4114800"/>
          </a:xfrm>
          <a:prstGeom prst="roundRect">
            <a:avLst>
              <a:gd name="adj" fmla="val 545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clase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2606040"/>
            <a:ext cx="1463040" cy="457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7–8 personas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315200" y="1371600"/>
            <a:ext cx="2011680" cy="4114800"/>
          </a:xfrm>
          <a:prstGeom prst="roundRect">
            <a:avLst>
              <a:gd name="adj" fmla="val 5455"/>
            </a:avLst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2606040"/>
            <a:ext cx="14630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601200" y="1371600"/>
            <a:ext cx="2011680" cy="4114800"/>
          </a:xfrm>
          <a:prstGeom prst="roundRect">
            <a:avLst>
              <a:gd name="adj" fmla="val 5455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2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75520" y="2606040"/>
            <a:ext cx="14630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283464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nuevos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es ahora.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 tiene la cultura fitness.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Hotel Intercontinental tiene el escenario.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AUAFIT tiene el producto.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37083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semana 1: Contactar influencers + confirmar fecha Open Day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AUAFIT  ·  www.auafit.com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2026-04-03T23:10:32Z</dcterms:created>
  <dcterms:modified xsi:type="dcterms:W3CDTF">2026-04-03T23:10:32Z</dcterms:modified>
</cp:coreProperties>
</file>